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0be8f9d1d94998" /><Relationship Type="http://schemas.openxmlformats.org/officeDocument/2006/relationships/extended-properties" Target="/docProps/app.xml" Id="R9f59f0f1d2164fe4" /><Relationship Type="http://schemas.openxmlformats.org/officeDocument/2006/relationships/officeDocument" Target="/ppt/presentation.xml" Id="Rd9c39a5d9920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273ef15d5d44c0"/>
  </p:sldMasterIdLst>
  <p:notesMasterIdLst>
    <p:notesMasterId xmlns:r="http://schemas.openxmlformats.org/officeDocument/2006/relationships" r:id="R81216162135947fe"/>
  </p:notesMasterIdLst>
  <p:sldIdLst>
    <p:sldId xmlns:r="http://schemas.openxmlformats.org/officeDocument/2006/relationships" id="256" r:id="R52bac6210e614546"/>
    <p:sldId xmlns:r="http://schemas.openxmlformats.org/officeDocument/2006/relationships" id="257" r:id="R9bb34b9014ab434b"/>
    <p:sldId xmlns:r="http://schemas.openxmlformats.org/officeDocument/2006/relationships" id="258" r:id="R0ba7f559fd924895"/>
    <p:sldId xmlns:r="http://schemas.openxmlformats.org/officeDocument/2006/relationships" id="259" r:id="R09c88a7865744531"/>
    <p:sldId xmlns:r="http://schemas.openxmlformats.org/officeDocument/2006/relationships" id="260" r:id="Rdf0fb7af50e74bac"/>
    <p:sldId xmlns:r="http://schemas.openxmlformats.org/officeDocument/2006/relationships" id="261" r:id="Rc602fe5681aa4c46"/>
    <p:sldId xmlns:r="http://schemas.openxmlformats.org/officeDocument/2006/relationships" id="262" r:id="Rc5b56b7e81a14322"/>
    <p:sldId xmlns:r="http://schemas.openxmlformats.org/officeDocument/2006/relationships" id="263" r:id="Rf3d7796c6c31419c"/>
    <p:sldId xmlns:r="http://schemas.openxmlformats.org/officeDocument/2006/relationships" id="264" r:id="R908937f8df5345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02fde521c5465b" /><Relationship Type="http://schemas.openxmlformats.org/officeDocument/2006/relationships/slideMaster" Target="/ppt/slideMasters/slideMaster1.xml" Id="R51273ef15d5d44c0" /><Relationship Type="http://schemas.openxmlformats.org/officeDocument/2006/relationships/notesMaster" Target="/ppt/notesMasters/notesMaster1.xml" Id="R81216162135947fe" /><Relationship Type="http://schemas.openxmlformats.org/officeDocument/2006/relationships/presProps" Target="/ppt/presProps.xml" Id="R3c84905a6a1f47c7" /><Relationship Type="http://schemas.openxmlformats.org/officeDocument/2006/relationships/tableStyles" Target="/ppt/tableStyles.xml" Id="R96bb5c69c9a14971" /><Relationship Type="http://schemas.openxmlformats.org/officeDocument/2006/relationships/slide" Target="/ppt/slides/slide1.xml" Id="R52bac6210e614546" /><Relationship Type="http://schemas.openxmlformats.org/officeDocument/2006/relationships/slide" Target="/ppt/slides/slide2.xml" Id="R9bb34b9014ab434b" /><Relationship Type="http://schemas.openxmlformats.org/officeDocument/2006/relationships/slide" Target="/ppt/slides/slide3.xml" Id="R0ba7f559fd924895" /><Relationship Type="http://schemas.openxmlformats.org/officeDocument/2006/relationships/slide" Target="/ppt/slides/slide4.xml" Id="R09c88a7865744531" /><Relationship Type="http://schemas.openxmlformats.org/officeDocument/2006/relationships/slide" Target="/ppt/slides/slide5.xml" Id="Rdf0fb7af50e74bac" /><Relationship Type="http://schemas.openxmlformats.org/officeDocument/2006/relationships/slide" Target="/ppt/slides/slide6.xml" Id="Rc602fe5681aa4c46" /><Relationship Type="http://schemas.openxmlformats.org/officeDocument/2006/relationships/slide" Target="/ppt/slides/slide7.xml" Id="Rc5b56b7e81a14322" /><Relationship Type="http://schemas.openxmlformats.org/officeDocument/2006/relationships/slide" Target="/ppt/slides/slide8.xml" Id="Rf3d7796c6c31419c" /><Relationship Type="http://schemas.openxmlformats.org/officeDocument/2006/relationships/slide" Target="/ppt/slides/slide9.xml" Id="R908937f8df53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4bbbb323da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7397d1f6854c87" /><Relationship Type="http://schemas.openxmlformats.org/officeDocument/2006/relationships/notesMaster" Target="/ppt/notesMasters/notesMaster1.xml" Id="Re1ff998f8eb8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9dd0cfc3394dfd" /><Relationship Type="http://schemas.openxmlformats.org/officeDocument/2006/relationships/notesMaster" Target="/ppt/notesMasters/notesMaster1.xml" Id="R3dc7d0bc29ea46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0c3846a2404651" /><Relationship Type="http://schemas.openxmlformats.org/officeDocument/2006/relationships/notesMaster" Target="/ppt/notesMasters/notesMaster1.xml" Id="Rbc955fce5b0a4a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c8796efc1a4055" /><Relationship Type="http://schemas.openxmlformats.org/officeDocument/2006/relationships/notesMaster" Target="/ppt/notesMasters/notesMaster1.xml" Id="R95b2dbf69b6f4a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b11bac906e4353" /><Relationship Type="http://schemas.openxmlformats.org/officeDocument/2006/relationships/notesMaster" Target="/ppt/notesMasters/notesMaster1.xml" Id="R2c573ee94e1e43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b63da0b7de41fa" /><Relationship Type="http://schemas.openxmlformats.org/officeDocument/2006/relationships/notesMaster" Target="/ppt/notesMasters/notesMaster1.xml" Id="Rd30b98e8c78d4c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a6f890220f4d63" /><Relationship Type="http://schemas.openxmlformats.org/officeDocument/2006/relationships/notesMaster" Target="/ppt/notesMasters/notesMaster1.xml" Id="R0c9a7254fa3843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3a221ca00748fe" /><Relationship Type="http://schemas.openxmlformats.org/officeDocument/2006/relationships/notesMaster" Target="/ppt/notesMasters/notesMaster1.xml" Id="R3bd51aac794246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f0cc0936f34d45" /><Relationship Type="http://schemas.openxmlformats.org/officeDocument/2006/relationships/notesMaster" Target="/ppt/notesMasters/notesMaster1.xml" Id="Rbbc3ca6c56194d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3218e36f641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8e40f99c104534" /><Relationship Type="http://schemas.openxmlformats.org/officeDocument/2006/relationships/slideLayout" Target="/ppt/slideLayouts/slideLayout1.xml" Id="R97e21547204b47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e21547204b47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4a888a8b34761" /><Relationship Type="http://schemas.openxmlformats.org/officeDocument/2006/relationships/notesSlide" Target="/ppt/notesSlides/notesSlide1.xml" Id="Rb55c3290fb7a48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721b6f98240d4" /><Relationship Type="http://schemas.openxmlformats.org/officeDocument/2006/relationships/image" Target="/ppt/media/image.png" Id="R6deba854819d4390" /><Relationship Type="http://schemas.openxmlformats.org/officeDocument/2006/relationships/notesSlide" Target="/ppt/notesSlides/notesSlide2.xml" Id="Rf5e7937ba03144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b749e78a047bd" /><Relationship Type="http://schemas.openxmlformats.org/officeDocument/2006/relationships/image" Target="/ppt/media/image2.png" Id="R336c2bddae96492f" /><Relationship Type="http://schemas.openxmlformats.org/officeDocument/2006/relationships/notesSlide" Target="/ppt/notesSlides/notesSlide3.xml" Id="R5ded3e01f4234b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e7228535c4a47" /><Relationship Type="http://schemas.openxmlformats.org/officeDocument/2006/relationships/image" Target="/ppt/media/image3.png" Id="R2a91b2894c9c48c3" /><Relationship Type="http://schemas.openxmlformats.org/officeDocument/2006/relationships/notesSlide" Target="/ppt/notesSlides/notesSlide4.xml" Id="R9413b0386f6d44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4d024f5f54c52" /><Relationship Type="http://schemas.openxmlformats.org/officeDocument/2006/relationships/image" Target="/ppt/media/image4.png" Id="Rd5051fb7cdbb4c9c" /><Relationship Type="http://schemas.openxmlformats.org/officeDocument/2006/relationships/notesSlide" Target="/ppt/notesSlides/notesSlide5.xml" Id="Rb426d2ef1b854b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1a378d6804c12" /><Relationship Type="http://schemas.openxmlformats.org/officeDocument/2006/relationships/image" Target="/ppt/media/image5.png" Id="Rc5e742d23fd34328" /><Relationship Type="http://schemas.openxmlformats.org/officeDocument/2006/relationships/notesSlide" Target="/ppt/notesSlides/notesSlide6.xml" Id="R5a4455a30b9e4d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ef96b7c9c4424" /><Relationship Type="http://schemas.openxmlformats.org/officeDocument/2006/relationships/image" Target="/ppt/media/image6.png" Id="Rab2228acbea84023" /><Relationship Type="http://schemas.openxmlformats.org/officeDocument/2006/relationships/notesSlide" Target="/ppt/notesSlides/notesSlide7.xml" Id="Rbae7c14e6dcd4f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7ad357cfd4a8a" /><Relationship Type="http://schemas.openxmlformats.org/officeDocument/2006/relationships/notesSlide" Target="/ppt/notesSlides/notesSlide8.xml" Id="Re428b5090a1d4e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9b9498ac845fa" /><Relationship Type="http://schemas.openxmlformats.org/officeDocument/2006/relationships/notesSlide" Target="/ppt/notesSlides/notesSlide9.xml" Id="R085c210815f649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A3454-15D9-4F74-8935-F291D50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Manufacturing</a:t>
            </a:r>
          </a:p>
          <a:p xmlns:a="http://schemas.openxmlformats.org/drawingml/2006/main">
            <a:pPr algn="l"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Repair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5130C-2634-464E-B0C1-830EF916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A RAG-based troubleshooting assistant for repair engineers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7B854-19BA-422E-8C2A-EDAC25BF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E2E8A-0EA9-4BFC-B077-C34FC92A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Uses SOP evidence, mock factory data, and local model reasoning to return practical repair guidance.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0654B-5BED-4C25-B431-42767E2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"/>
            <a:ext cx="2667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A12B7-6DFA-475C-8240-06A0E6AD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66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Demo 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94429-71E2-4982-B6DD-A573E008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171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hana</a:t>
            </a:r>
          </a:p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D0AED-2B8A-46FC-9122-DF364D1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Simple login and assistant chat for the assessment demo.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77092-F3B4-4CBC-AE8F-031DD68E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2304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AFB2A-DC57-4BB0-80DA-190825F4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system is split into four FastAPI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800C8-C95E-40E2-9BA8-2E17F6C6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91731-523F-42D4-878D-659C331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The design separates frontend orchestration, retrieval, model reasoning, and structured data lookup.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C38BB-0711-4F07-B730-5107528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Chat API is the public entry point.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RAG Retrieval owns SOP search.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LLM Reasoning owns generation.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Mock Data confirms equipment and alarms.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ba854819d4390"/>
          <a:stretch xmlns:a="http://schemas.openxmlformats.org/drawingml/2006/main"/>
        </p:blipFill>
        <p:spPr>
          <a:xfrm xmlns:a="http://schemas.openxmlformats.org/drawingml/2006/main">
            <a:off x="4286250" y="1314450"/>
            <a:ext cx="714375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77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45FB0-EF3C-4FA4-BFE2-E9DC5DC6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Each service owns one responsibility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EF7A6-0F90-4BAB-BD08-2A1ECFB1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A3CB5-0598-4ED6-8AD0-2B4DC7D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The boundary is deliberate: simple changes should stay inside one service and one focused test area.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3A09A-2A52-451B-9AE8-FC6C2E46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43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Orchestration belongs to Chat API.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SOP evidence belongs to Retrieval.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Prompting and fallback belong to Reasoning.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Factory facts belong to Mock Data.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c2bddae96492f"/>
          <a:stretch xmlns:a="http://schemas.openxmlformats.org/drawingml/2006/main"/>
        </p:blipFill>
        <p:spPr>
          <a:xfrm xmlns:a="http://schemas.openxmlformats.org/drawingml/2006/main">
            <a:off x="4286250" y="1309687"/>
            <a:ext cx="714375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77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EE4EBC-D181-4232-887B-7F0F322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sequence validates IDs before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A7EEF-196D-4DA0-907F-CD500049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132A4-C411-4FFF-BA0B-FFFB0B2B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The key guardrail is before the LLM call: retrieved SOP metadata must match the confirmed equipment and alarm.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660AC-C3F3-47FB-BFD1-847C2C77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257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3375B-EED3-4B64-9EA9-86D86615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Wrong ID -&gt; correction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Confirmed ID -&gt; LLM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1b2894c9c48c3"/>
          <a:stretch xmlns:a="http://schemas.openxmlformats.org/drawingml/2006/main"/>
        </p:blipFill>
        <p:spPr>
          <a:xfrm xmlns:a="http://schemas.openxmlformats.org/drawingml/2006/main">
            <a:off x="4286250" y="1319212"/>
            <a:ext cx="714375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8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5D273-6A6F-4952-8744-3F592BC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Workflow 1 shows the first action to take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319D9-0264-404E-869F-CDEC9A95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A498A-2961-42EF-8DD7-68C04FA6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A0918-4488-412F-9A32-B7AB0C1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42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Etcher-03 triggered RF101 during plasma ignition. What should I check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E911-1EA5-44D4-B154-4E27F772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Expected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76670-5856-4868-9323-F6E3DDDD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476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Confirm Etcher-03 and RF101.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Retrieve SOP-ETCH-001.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Recommend RF generator, trend, cable, and matching network checks.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51fb7cdbb4c9c"/>
          <a:stretch xmlns:a="http://schemas.openxmlformats.org/drawingml/2006/main"/>
        </p:blipFill>
        <p:spPr>
          <a:xfrm xmlns:a="http://schemas.openxmlformats.org/drawingml/2006/main">
            <a:off x="4381500" y="1425893"/>
            <a:ext cx="6953250" cy="43110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20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D3738-0326-4DA8-B139-CE22833C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Workflow 2 answers whether to escalate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C342E-5B18-4B1A-A844-76C690AF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6B0D1-44BD-4C5C-A4F9-0EC9A2D4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224D0-BC59-4147-A3FE-9307359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CVD-05 triggered GAS012 during deposition. Should I escalate?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BDCD5-578B-4274-9843-6A2DAFCD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Expected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5F759-377E-49E5-8834-57274D7A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476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Recognize high severity GAS012.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Put escalation decision near the top.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Use gas safety and downtime criteria from SOP-CVD-003.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742d23fd34328"/>
          <a:stretch xmlns:a="http://schemas.openxmlformats.org/drawingml/2006/main"/>
        </p:blipFill>
        <p:spPr>
          <a:xfrm xmlns:a="http://schemas.openxmlformats.org/drawingml/2006/main">
            <a:off x="4381500" y="1425893"/>
            <a:ext cx="6953250" cy="43110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40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FECE0-ECFE-4DAE-A8C0-E440FC1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Workflow 3 handles a wrong alarm safely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7A99-127D-4A1F-98EE-2FD7C871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08309-A4B2-48EE-A25B-69E3144C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5C4DA-8D15-4A8A-8D36-A0E8852A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CVD-05 triggered GAS0 during deposition. Should I escalate?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F72FB-8188-4412-A929-43E1F8D1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Expected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1CB46-1EB8-4C65-A380-39C49B40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627B7-5512-464B-AE5E-9126A85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Cannot find alarm type GAS0.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Do you mean GAS012?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3F969-630B-4F40-A433-DE5C5C20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LLM is not called until the alarm is confirmed.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228acbea84023"/>
          <a:stretch xmlns:a="http://schemas.openxmlformats.org/drawingml/2006/main"/>
        </p:blipFill>
        <p:spPr>
          <a:xfrm xmlns:a="http://schemas.openxmlformats.org/drawingml/2006/main">
            <a:off x="4381500" y="1425893"/>
            <a:ext cx="6953250" cy="43110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40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CAEB2-5C14-429B-A847-B0144481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current solution is small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4109E-4993-487B-86B3-BAFD9F57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E515C-3A32-40EE-8E4C-6E867980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Current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7E692-4504-455C-859F-48A53CEB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Keyword retrieval, not vector or hybrid retrieval.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Static CSV mock data, not live factory integrations.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Hardcoded demo login.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No persisted conversation history.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No human approval workflow for safety-critical escalation.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03FA8-9DCB-4931-9DB8-AB7F0D94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Future 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E8FFA-6737-48C6-B07C-ED101F4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Add hybrid retrieval and evaluation tests.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Connect to alarm history and maintenance systems.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Add audit logs and role-based access.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Add human-in-the-loop escalation approval.</a:t>
            </a:r>
          </a:p>
        </p:txBody>
      </p:sp>
    </p:spTree>
    <p:extLst>
      <p:ext uri="{BB962C8B-B14F-4D97-AF65-F5344CB8AC3E}">
        <p14:creationId xmlns:p14="http://schemas.microsoft.com/office/powerpoint/2010/main" val="1628147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FCF69-152B-4EC7-BF1C-785EDA6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23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The project demonstrates the core assessment skills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7F5F6-C251-4732-AC2A-C4C7FE3C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E544D-704F-4324-A663-255623CC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RAG over SOP context.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Agentic workflow from intent to retrieval to reasoning.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Clear FastAPI service boundaries.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Responsible handling of wrong or missing information.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Structured answers for repair engineers.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0F058-104F-4445-ABF5-55805545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8590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5F801-9518-4CFE-83A6-60C59270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85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Takeaway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74C0B-F520-4057-8552-9688B5A8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 practical troubleshooting assistant, not a generic chat endpoint.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D3CBC-069D-456A-B7B8-69A7835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5771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2026-07-06T07:31:22.2470000Z</dcterms:created>
  <dcterms:modified xsi:type="dcterms:W3CDTF">2026-07-06T07:31:22.2470000Z</dcterms:modified>
</coreProperties>
</file>